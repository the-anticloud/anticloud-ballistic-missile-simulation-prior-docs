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2026-10-02T09:26:10.976637Z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cbd280f95fafb673f52cd88974bf8ff14e50e0ed071c247a369d7d481d607e69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2026-10-02T09:26:10.976637Z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