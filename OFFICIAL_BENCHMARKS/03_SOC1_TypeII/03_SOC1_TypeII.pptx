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2026-10-02T09:26:09.470571Z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591b0736ce7238363efd00f63b7c813cf9228aa61d2573fb77e4e0a3d20a90ac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2026-10-02T09:26:09.470571Z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